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5" r:id="rId7"/>
    <p:sldId id="266" r:id="rId8"/>
    <p:sldId id="267" r:id="rId9"/>
    <p:sldId id="268" r:id="rId10"/>
    <p:sldId id="269" r:id="rId11"/>
    <p:sldId id="262" r:id="rId12"/>
    <p:sldId id="264" r:id="rId13"/>
  </p:sldIdLst>
  <p:sldSz cx="14630400" cy="8229600"/>
  <p:notesSz cx="8229600" cy="14630400"/>
  <p:embeddedFontLst>
    <p:embeddedFont>
      <p:font typeface="Host Grotesk Medium" panose="020B0604020202020204" charset="0"/>
      <p:regular r:id="rId15"/>
    </p:embeddedFont>
    <p:embeddedFont>
      <p:font typeface="Roboto" panose="02000000000000000000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540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2046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GrocyGo: AI-Powered Smart Grocery &amp; Meal Planning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878186"/>
            <a:ext cx="75564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Revolutionising home kitchens and reducing food waste through intelligent planning.</a:t>
            </a:r>
            <a:endParaRPr lang="en-US" sz="17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B2897D-F126-AB1A-E716-2B7469FE9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7555" y="7526779"/>
            <a:ext cx="1752845" cy="590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D3B397-0269-7251-D5FC-CD803721CE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9374" y="5161266"/>
            <a:ext cx="4731026" cy="4731026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540B0D1B-AF63-5584-1FA3-8249749BF157}"/>
              </a:ext>
            </a:extLst>
          </p:cNvPr>
          <p:cNvSpPr/>
          <p:nvPr/>
        </p:nvSpPr>
        <p:spPr>
          <a:xfrm>
            <a:off x="6280189" y="4691577"/>
            <a:ext cx="7556421" cy="22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 algn="l">
              <a:lnSpc>
                <a:spcPts val="5550"/>
              </a:lnSpc>
              <a:buFont typeface="Wingdings" panose="05000000000000000000" pitchFamily="2" charset="2"/>
              <a:buChar char="q"/>
            </a:pPr>
            <a:r>
              <a:rPr lang="en-US" sz="320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Pritkumar</a:t>
            </a:r>
            <a:r>
              <a:rPr lang="en-US" sz="3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Vekariya</a:t>
            </a:r>
          </a:p>
          <a:p>
            <a:pPr marL="685800" indent="-685800" algn="l">
              <a:lnSpc>
                <a:spcPts val="555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2E3C4E"/>
                </a:solidFill>
                <a:latin typeface="Host Grotesk Medium" pitchFamily="34" charset="0"/>
              </a:rPr>
              <a:t>22SE02IE059</a:t>
            </a:r>
          </a:p>
          <a:p>
            <a:pPr marL="685800" indent="-685800" algn="l">
              <a:lnSpc>
                <a:spcPts val="5550"/>
              </a:lnSpc>
              <a:buFont typeface="Wingdings" panose="05000000000000000000" pitchFamily="2" charset="2"/>
              <a:buChar char="q"/>
            </a:pPr>
            <a:r>
              <a:rPr lang="en-US" sz="3200" dirty="0" err="1">
                <a:solidFill>
                  <a:srgbClr val="2E3C4E"/>
                </a:solidFill>
                <a:latin typeface="Host Grotesk Medium" pitchFamily="34" charset="0"/>
              </a:rPr>
              <a:t>B.Tech</a:t>
            </a:r>
            <a:r>
              <a:rPr lang="en-US" sz="3200" dirty="0">
                <a:solidFill>
                  <a:srgbClr val="2E3C4E"/>
                </a:solidFill>
                <a:latin typeface="Host Grotesk Medium" pitchFamily="34" charset="0"/>
              </a:rPr>
              <a:t> (ITE)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1606510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Solving Everyday Grocery Challenges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793790" y="3903107"/>
            <a:ext cx="13042821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households grapple with common grocery challenges: forgetting existing inventory, purchasing duplicate items, and the pervasive issue of food waste. GrocyGo emerges as an AI-driven SaaS solution, seamlessly connecting a user's home inventory with a powerful recipe suggestion engine and smart shopping list generator.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5178743"/>
            <a:ext cx="4196358" cy="2025491"/>
          </a:xfrm>
          <a:prstGeom prst="roundRect">
            <a:avLst>
              <a:gd name="adj" fmla="val 7223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5178743"/>
            <a:ext cx="121920" cy="20254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2524" y="54360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Overbuying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42524" y="5926455"/>
            <a:ext cx="3590330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real-time awareness of current stock leads to unnecessary purchases.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5178743"/>
            <a:ext cx="4196358" cy="2025491"/>
          </a:xfrm>
          <a:prstGeom prst="roundRect">
            <a:avLst>
              <a:gd name="adj" fmla="val 7223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5178743"/>
            <a:ext cx="121920" cy="20254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65696" y="54360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Food Wastage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565696" y="5926455"/>
            <a:ext cx="3590330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Ingredients expire or remain unused due to inefficient meal planning.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5178743"/>
            <a:ext cx="4196358" cy="2025491"/>
          </a:xfrm>
          <a:prstGeom prst="roundRect">
            <a:avLst>
              <a:gd name="adj" fmla="val 7223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5178743"/>
            <a:ext cx="121920" cy="20254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988868" y="54360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Time Loss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9988868" y="5926455"/>
            <a:ext cx="3590330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meal planning and shopping list creation consume valuable time.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AFF36C9-06FC-7FEE-CC08-ABB4CCC76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7555" y="7526779"/>
            <a:ext cx="1752845" cy="5906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0576"/>
            <a:ext cx="448579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GrocyGo's Core Features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614249"/>
            <a:ext cx="13042821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platform is designed to provide a comprehensive solution for modern meal planning and grocery management, focusing on efficiency and user experience.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93790" y="2031087"/>
            <a:ext cx="635079" cy="952619"/>
          </a:xfrm>
          <a:prstGeom prst="roundRect">
            <a:avLst>
              <a:gd name="adj" fmla="val 36002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267" y="2358509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587579" y="2189798"/>
            <a:ext cx="224670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Intuitive Web Application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587579" y="2533055"/>
            <a:ext cx="12249031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modern UI/UX ensures a seamless and engaging user experience across all features.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3790" y="3142417"/>
            <a:ext cx="635079" cy="952619"/>
          </a:xfrm>
          <a:prstGeom prst="roundRect">
            <a:avLst>
              <a:gd name="adj" fmla="val 36002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2267" y="346983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587579" y="3301127"/>
            <a:ext cx="261544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 Recipe Recommendations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587579" y="3644384"/>
            <a:ext cx="12249031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Intelligent suggestions based on your available ingredients, minimising waste.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3790" y="4253746"/>
            <a:ext cx="635079" cy="952619"/>
          </a:xfrm>
          <a:prstGeom prst="roundRect">
            <a:avLst>
              <a:gd name="adj" fmla="val 36002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2267" y="458116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587579" y="4412456"/>
            <a:ext cx="253448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 Shopping List Generation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587579" y="4755713"/>
            <a:ext cx="12249031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Automatically creates smart lists for missing ingredients, streamlining your trips.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3790" y="5365075"/>
            <a:ext cx="635079" cy="952619"/>
          </a:xfrm>
          <a:prstGeom prst="roundRect">
            <a:avLst>
              <a:gd name="adj" fmla="val 36002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2267" y="5692497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1587579" y="5523786"/>
            <a:ext cx="233517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Real-Time Inventory Sync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587579" y="5867043"/>
            <a:ext cx="12249031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Firebase integration keeps your home inventory constantly updated and accessible.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3790" y="6476405"/>
            <a:ext cx="635079" cy="952619"/>
          </a:xfrm>
          <a:prstGeom prst="roundRect">
            <a:avLst>
              <a:gd name="adj" fmla="val 36002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267" y="6803827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587579" y="6635115"/>
            <a:ext cx="273974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Robust Backend Infrastructure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587579" y="6978372"/>
            <a:ext cx="12249031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 handles API communication and integrates seamlessly with ML models.</a:t>
            </a:r>
            <a:endParaRPr lang="en-US" sz="12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058BA94-D4F7-3232-F32E-BE2F40A2A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7555" y="7526779"/>
            <a:ext cx="1752845" cy="5906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0468"/>
            <a:ext cx="6339483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GrocyGo Methodology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1936671"/>
            <a:ext cx="1304282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approach combines robust data management with advanced machine learning to deliver precise and helpful culinary recommendations.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93790" y="2472452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0287" y="2510671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57087" y="254258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Collection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57087" y="2983825"/>
            <a:ext cx="5730478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8,000+ recipe dataset with names, ingredients, time, images, and links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42716" y="2472452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19214" y="2510671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06013" y="254258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Inventory Integration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106013" y="2983825"/>
            <a:ext cx="5730597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Fetch user inventory from Firebase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3790" y="4004548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0287" y="4042767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57087" y="407467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ML Model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57087" y="4515922"/>
            <a:ext cx="5730478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 available ingredients to recipes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57087" y="4893588"/>
            <a:ext cx="5730478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Suggest recipes even if some ingredients are missing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57087" y="5271254"/>
            <a:ext cx="5730478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missing ingredient shopping lists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42716" y="4004548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19214" y="4042767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106013" y="407467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Frontend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06013" y="4515922"/>
            <a:ext cx="5730597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React.js and Flutter (landing page, dashboard, recipe page)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93790" y="5985748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0287" y="6023967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457087" y="605587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Backend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57087" y="6497122"/>
            <a:ext cx="5730478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 + Python FastAPI for ML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42716" y="5985748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19214" y="6023967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6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106013" y="605587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UI Design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106013" y="6497122"/>
            <a:ext cx="5730597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Futuristic and clean with illustrations for engagement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3790" y="7032903"/>
            <a:ext cx="1304282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systematic methodology ensures accuracy, efficiency, and a truly smart user experience from inventory to plate.</a:t>
            </a:r>
            <a:endParaRPr lang="en-US" sz="16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9A2BF4B-713A-7880-0728-8FFD0101A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7555" y="7526779"/>
            <a:ext cx="1752845" cy="5906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151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Evidence in Action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43921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and functional proof of our progress, showcasing key features and backend operations.</a:t>
            </a:r>
            <a:endParaRPr lang="en-US" sz="1750" dirty="0"/>
          </a:p>
        </p:txBody>
      </p:sp>
      <p:sp>
        <p:nvSpPr>
          <p:cNvPr id="7" name="Text 2"/>
          <p:cNvSpPr/>
          <p:nvPr/>
        </p:nvSpPr>
        <p:spPr>
          <a:xfrm>
            <a:off x="793790" y="7207925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74FCC2-A206-B34D-9917-0BC9249EB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58503"/>
            <a:ext cx="9729963" cy="55033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AEB6BD-E745-9D21-EF5F-C7A252662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7555" y="7526779"/>
            <a:ext cx="1752845" cy="5906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D77441-32BA-09F9-0513-3D1A979191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0103" y="2358503"/>
            <a:ext cx="2476507" cy="55033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D1FEB6-4854-6CFF-96E7-B67816B5E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13" y="1387691"/>
            <a:ext cx="9673034" cy="54542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A5D004-E283-5F4A-8FAD-F366F90B3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5983" y="1387691"/>
            <a:ext cx="2454398" cy="54542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98A499-F5B6-F76E-B09C-37715BE17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7555" y="7526779"/>
            <a:ext cx="1752845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186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9049C1-D6A2-8DD9-1139-D9BD96901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43" y="1362629"/>
            <a:ext cx="9794718" cy="55043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628B0B-2C22-DD91-7DD8-B48D08DDD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8804" y="1362629"/>
            <a:ext cx="2476953" cy="55043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F1E28F-8BCE-0521-C62F-BCF32D853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7555" y="7526779"/>
            <a:ext cx="1752845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943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28B527-4B42-B55E-E936-764961209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13" y="1316953"/>
            <a:ext cx="9949070" cy="55956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07DDCC-8D56-C719-AC49-8509CEEFD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7025" y="1316953"/>
            <a:ext cx="2518062" cy="55956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4A343B-E4EA-FA52-BA0F-0525EE4C8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7555" y="7526779"/>
            <a:ext cx="1752845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759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2F85C1-DA2A-9724-96CD-52E7D3501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88" y="1280284"/>
            <a:ext cx="10078278" cy="5669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860B85-1B9A-C95F-0A96-3A7A66034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3048" y="1190832"/>
            <a:ext cx="2551064" cy="56690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6E4253-8589-5B7F-DF90-452EB39D7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7555" y="7556597"/>
            <a:ext cx="1752845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93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49EE9-A5FD-3FF6-30F5-BA087B63D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6B9108-44C9-6EC0-AA57-584E4A569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7555" y="7556597"/>
            <a:ext cx="1752845" cy="5906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66E0A1-2B64-2A26-71CC-8E2178119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261" y="556181"/>
            <a:ext cx="10011878" cy="711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344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2640"/>
            <a:ext cx="93499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Navigating Development Challenges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85048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Addressing technical hurdles to ensure a robust and user-friendly platform.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8036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292286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2958227"/>
            <a:ext cx="37901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Ingredient Name Mismatches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3448645"/>
            <a:ext cx="5642491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Utilizing natural language processing to detect ingredient synonyms, ensuring accurate matching of diverse names like "RIngan" and "Brinjal".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56884" y="288036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1955" y="292286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8194000" y="2958227"/>
            <a:ext cx="37155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Large Dataset Preprocessing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194000" y="3448645"/>
            <a:ext cx="5642610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Implementing advanced data cleaning and normalization techniques to improve recipe matching accuracy across our extensive 8,000+ recipe database.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92275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8860" y="496526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530906" y="5000625"/>
            <a:ext cx="32083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Handling Partial Matches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30906" y="5491043"/>
            <a:ext cx="5642491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Deploying a fuzzy matching algorithm to suggest relevant recipes even when an exact ingredient match is not found.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56884" y="492275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1955" y="496526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8194000" y="5000625"/>
            <a:ext cx="37605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Balancing Accuracy &amp; Speed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94000" y="5491043"/>
            <a:ext cx="5642610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Strategically caching frequently accessed recipe results to significantly improve response times, while maintaining high model accuracy.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93790" y="6766679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proactive approach to problem-solving ensures a resilient and highly effective GrocyGo platform.</a:t>
            </a:r>
            <a:endParaRPr lang="en-US" sz="17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7FF23CE-84DC-EE9A-C6B8-581EE5E06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7555" y="7526779"/>
            <a:ext cx="1752845" cy="5906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42912"/>
            <a:ext cx="98875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GrocyGo: Your Partner in Smart Living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05319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GrocyGo is set to transform how households manage their food, offering a powerful blend of convenience, efficiency, and sustainability. We are committed to making meal planning and grocery shopping not just easier, but smarter and more enjoyable.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133951" y="4695944"/>
            <a:ext cx="1270265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"Our mission is to empower users to eat well, save time, and reduce waste, one smart grocery list at a time."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440793"/>
            <a:ext cx="30480" cy="850463"/>
          </a:xfrm>
          <a:prstGeom prst="rect">
            <a:avLst/>
          </a:prstGeom>
          <a:solidFill>
            <a:srgbClr val="95CCDA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5546408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Join us in building the future of intelligent home management.</a:t>
            </a:r>
            <a:endParaRPr lang="en-US" sz="1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4E315C-83F2-2022-37A2-38A24EC09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7555" y="7526779"/>
            <a:ext cx="1752845" cy="5906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592</Words>
  <Application>Microsoft Office PowerPoint</Application>
  <PresentationFormat>Custom</PresentationFormat>
  <Paragraphs>81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Wingdings</vt:lpstr>
      <vt:lpstr>Host Grotesk Medium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Prit Vekariya</cp:lastModifiedBy>
  <cp:revision>5</cp:revision>
  <dcterms:created xsi:type="dcterms:W3CDTF">2025-08-11T13:29:03Z</dcterms:created>
  <dcterms:modified xsi:type="dcterms:W3CDTF">2025-10-10T04:43:16Z</dcterms:modified>
</cp:coreProperties>
</file>